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27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11480"/>
            <a:ext cx="482600" cy="4826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11480"/>
            <a:ext cx="4826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ourier New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"/>
            <a:ext cx="4572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INCOME LAB / personal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1325880"/>
            <a:ext cx="7315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// Field manual  ·  Edition 01 — May 2026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1874519"/>
            <a:ext cx="2926080" cy="330200"/>
          </a:xfrm>
          <a:prstGeom prst="ellipse">
            <a:avLst/>
          </a:prstGeom>
          <a:solidFill>
            <a:srgbClr val="142800"/>
          </a:solidFill>
          <a:ln w="12700">
            <a:solidFill>
              <a:srgbClr val="C4F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892807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FF3D"/>
                </a:solidFill>
                <a:latin typeface="Courier New"/>
              </a:rPr>
              <a:t>● Live transmission — AI economy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423160"/>
            <a:ext cx="9326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>
                <a:solidFill>
                  <a:srgbClr val="FFFFFF"/>
                </a:solidFill>
                <a:latin typeface="Georgia"/>
              </a:rPr>
              <a:t>Making money online,
powered by </a:t>
            </a:r>
            <a:r>
              <a:rPr sz="5800" i="1">
                <a:solidFill>
                  <a:srgbClr val="C4FF3D"/>
                </a:solidFill>
                <a:latin typeface="Georgia"/>
              </a:rPr>
              <a:t>artificial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257800"/>
            <a:ext cx="86868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A89E"/>
                </a:solidFill>
                <a:latin typeface="Calibri"/>
              </a:rPr>
              <a:t>A working notebook of the methods, platforms, and tools that actually generate income in 2026 — researched, tested, and documented for personal study. No hype. Just leverage.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2514600"/>
            <a:ext cx="21031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2651760"/>
            <a:ext cx="1828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// operator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5292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Georgia"/>
              </a:rPr>
              <a:t>Personal
study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611880"/>
            <a:ext cx="1828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// edition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813048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4FF3D"/>
                </a:solidFill>
                <a:latin typeface="Courier New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FF3D"/>
                </a:solidFill>
                <a:latin typeface="Courier New"/>
              </a:rPr>
              <a:t>01 /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66928"/>
            <a:ext cx="173736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64592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>
                <a:solidFill>
                  <a:srgbClr val="FFFFFF"/>
                </a:solidFill>
                <a:latin typeface="Georgia"/>
              </a:rPr>
              <a:t>The opportunity, </a:t>
            </a:r>
            <a:r>
              <a:rPr sz="3800" i="1">
                <a:solidFill>
                  <a:srgbClr val="A8A89E"/>
                </a:solidFill>
                <a:latin typeface="Georgia"/>
              </a:rPr>
              <a:t>by the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43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A89E"/>
                </a:solidFill>
                <a:latin typeface="Calibri"/>
              </a:rPr>
              <a:t>Why now matters. The gap between tools and those who can wield them is the largest it has ever been.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11338560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057400"/>
            <a:ext cx="2798064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09800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$ —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38400"/>
            <a:ext cx="2432304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>
                <a:solidFill>
                  <a:srgbClr val="C4FF3D"/>
                </a:solidFill>
                <a:latin typeface="Georgia"/>
              </a:rPr>
              <a:t>674</a:t>
            </a:r>
            <a:r>
              <a:rPr sz="3000">
                <a:solidFill>
                  <a:srgbClr val="A8A89E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74720"/>
            <a:ext cx="243230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ourier New"/>
              </a:rPr>
              <a:t>Global gig economy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7268" y="2057400"/>
            <a:ext cx="2798064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0148" y="2209800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% — companies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148" y="2438400"/>
            <a:ext cx="2432304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>
                <a:solidFill>
                  <a:srgbClr val="C4FF3D"/>
                </a:solidFill>
                <a:latin typeface="Georgia"/>
              </a:rPr>
              <a:t>70</a:t>
            </a:r>
            <a:r>
              <a:rPr sz="3000">
                <a:solidFill>
                  <a:srgbClr val="A8A89E"/>
                </a:solidFill>
                <a:latin typeface="Georgia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0148" y="3474720"/>
            <a:ext cx="243230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ourier New"/>
              </a:rPr>
              <a:t>Firms increasing AI spend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2057400"/>
            <a:ext cx="2798064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209800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$ — projection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438400"/>
            <a:ext cx="2432304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>
                <a:solidFill>
                  <a:srgbClr val="C4FF3D"/>
                </a:solidFill>
                <a:latin typeface="Georgia"/>
              </a:rPr>
              <a:t>15.7</a:t>
            </a:r>
            <a:r>
              <a:rPr sz="3000">
                <a:solidFill>
                  <a:srgbClr val="A8A89E"/>
                </a:solidFill>
                <a:latin typeface="Georgia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474720"/>
            <a:ext cx="243230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ourier New"/>
              </a:rPr>
              <a:t>AI GDP contribution by 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3708" y="2057400"/>
            <a:ext cx="2798064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6588" y="2209800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% —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6588" y="2438400"/>
            <a:ext cx="2432304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>
                <a:solidFill>
                  <a:srgbClr val="C4FF3D"/>
                </a:solidFill>
                <a:latin typeface="Georgia"/>
              </a:rPr>
              <a:t>300</a:t>
            </a:r>
            <a:r>
              <a:rPr sz="3000">
                <a:solidFill>
                  <a:srgbClr val="A8A89E"/>
                </a:solidFill>
                <a:latin typeface="Georgia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6588" y="3474720"/>
            <a:ext cx="243230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ourier New"/>
              </a:rPr>
              <a:t>AI job listings since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236208"/>
            <a:ext cx="113385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2"/>
                </a:solidFill>
                <a:latin typeface="Courier New"/>
              </a:rPr>
              <a:t>AI consulting: $100–$300/hr  ·  Prompt engineering: $50–$150/hr  ·  Most digital products take days, not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FF3D"/>
                </a:solidFill>
                <a:latin typeface="Courier New"/>
              </a:rPr>
              <a:t>02 / Methods  (1–5)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66928"/>
            <a:ext cx="173736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64592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>
                <a:solidFill>
                  <a:srgbClr val="FFFFFF"/>
                </a:solidFill>
                <a:latin typeface="Georgia"/>
              </a:rPr>
              <a:t>Ten ways to earn, </a:t>
            </a:r>
            <a:r>
              <a:rPr sz="3800" i="1">
                <a:solidFill>
                  <a:srgbClr val="A8A89E"/>
                </a:solidFill>
                <a:latin typeface="Georgia"/>
              </a:rPr>
              <a:t>ranked by leverage.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43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A89E"/>
                </a:solidFill>
                <a:latin typeface="Calibri"/>
              </a:rPr>
              <a:t>Every method pairs a real human skill with an AI tool. The goal: deliver outcomes businesses already pay for, faster.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11338560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011680"/>
            <a:ext cx="50800" cy="2633472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AI-powered
content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Ghost-write blogs, newsletters &amp; landing copy. AI handles research and first drafts. You handle voice &amp; strategy.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4096511"/>
            <a:ext cx="932688" cy="266700"/>
          </a:xfrm>
          <a:prstGeom prst="rect">
            <a:avLst/>
          </a:prstGeom>
          <a:solidFill>
            <a:srgbClr val="1A2800"/>
          </a:solidFill>
          <a:ln w="12700">
            <a:solidFill>
              <a:srgbClr val="4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Beginner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2768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91056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$40–$100/hr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ChatGPT · Surfer SEO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0632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0632" y="2011680"/>
            <a:ext cx="50800" cy="2633472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AI art &amp;
print-on-demand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Generate visuals with Midjourney, sell as prints &amp; merch on Etsy / Redbubble. Pick a narrow niche.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4096511"/>
            <a:ext cx="932688" cy="266700"/>
          </a:xfrm>
          <a:prstGeom prst="rect">
            <a:avLst/>
          </a:prstGeom>
          <a:solidFill>
            <a:srgbClr val="1A2800"/>
          </a:solidFill>
          <a:ln w="12700">
            <a:solidFill>
              <a:srgbClr val="4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0088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Beginner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9352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$500–$3K/mo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Midjourney · Printify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57216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57216" y="2011680"/>
            <a:ext cx="50800" cy="2633472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58384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8384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Templates,
prompt packs &amp; eBooks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Build once, sell forever. Notion templates, prompt libraries, resume kits. Clearest path to passive income.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58384" y="4096511"/>
            <a:ext cx="932688" cy="266700"/>
          </a:xfrm>
          <a:prstGeom prst="rect">
            <a:avLst/>
          </a:prstGeom>
          <a:solidFill>
            <a:srgbClr val="1A2800"/>
          </a:solidFill>
          <a:ln w="12700">
            <a:solidFill>
              <a:srgbClr val="4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Beginner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45936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Semi-passive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58384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58384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Notion · Gumroad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43800" y="2011680"/>
            <a:ext cx="50800" cy="2633472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44968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968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Faceless
YouTube channels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44968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Scripted with AI, narrated with ElevenLabs, edited with Pictory. Long ramp, compounds powerfully.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44968" y="4096511"/>
            <a:ext cx="932688" cy="266700"/>
          </a:xfrm>
          <a:prstGeom prst="rect">
            <a:avLst/>
          </a:prstGeom>
          <a:solidFill>
            <a:srgbClr val="1A2800"/>
          </a:solidFill>
          <a:ln w="12700">
            <a:solidFill>
              <a:srgbClr val="4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63256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Intermediate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32520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50808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$150–$2K/mo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44968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44968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ElevenLabs · Pictory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30384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30384" y="2011680"/>
            <a:ext cx="50800" cy="2633472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31552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Voiceover &amp;
localization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1552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Sell narration, dubbing &amp; translation for video, audiobooks &amp; ads. High-margin, AI completes in minutes.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31552" y="4096511"/>
            <a:ext cx="932688" cy="266700"/>
          </a:xfrm>
          <a:prstGeom prst="rect">
            <a:avLst/>
          </a:prstGeom>
          <a:solidFill>
            <a:srgbClr val="1A2800"/>
          </a:solidFill>
          <a:ln w="12700">
            <a:solidFill>
              <a:srgbClr val="4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49840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Intermediate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119104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37392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$50–$500/proj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31552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31552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ElevenLabs · Murf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FF3D"/>
                </a:solidFill>
                <a:latin typeface="Courier New"/>
              </a:rPr>
              <a:t>02 / Methods  (6–10)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66928"/>
            <a:ext cx="173736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64592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>
                <a:solidFill>
                  <a:srgbClr val="FFFFFF"/>
                </a:solidFill>
                <a:latin typeface="Georgia"/>
              </a:rPr>
              <a:t>Advanced methods, </a:t>
            </a:r>
            <a:r>
              <a:rPr sz="3800" i="1">
                <a:solidFill>
                  <a:srgbClr val="A8A89E"/>
                </a:solidFill>
                <a:latin typeface="Georgia"/>
              </a:rPr>
              <a:t>higher leverage.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43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A89E"/>
                </a:solidFill>
                <a:latin typeface="Calibri"/>
              </a:rPr>
              <a:t>These take longer to ramp but deliver the highest hourly rates and the most durable income.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11338560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011680"/>
            <a:ext cx="50800" cy="2633472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Affiliate marketing
with AI SEO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Build niche review sites or YouTube. Use AI for keywords, content &amp; B-roll.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4096511"/>
            <a:ext cx="932688" cy="266700"/>
          </a:xfrm>
          <a:prstGeom prst="rect">
            <a:avLst/>
          </a:prstGeom>
          <a:solidFill>
            <a:srgbClr val="281000"/>
          </a:solidFill>
          <a:ln w="12700">
            <a:solidFill>
              <a:srgbClr val="80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849"/>
                </a:solidFill>
                <a:latin typeface="Courier New"/>
              </a:rPr>
              <a:t>Intermediate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2768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91056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20–50% comm.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Surfer SEO · Ahrefs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0632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0632" y="2011680"/>
            <a:ext cx="50800" cy="2633472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Online courses
&amp; cohorts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Teach one skill exceptionally well. AI compresses design, slides &amp; marketing. Highest margin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4096511"/>
            <a:ext cx="932688" cy="266700"/>
          </a:xfrm>
          <a:prstGeom prst="rect">
            <a:avLst/>
          </a:prstGeom>
          <a:solidFill>
            <a:srgbClr val="281000"/>
          </a:solidFill>
          <a:ln w="12700">
            <a:solidFill>
              <a:srgbClr val="80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0088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849"/>
                </a:solidFill>
                <a:latin typeface="Courier New"/>
              </a:rPr>
              <a:t>Intermediate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9352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$1K–$10K/course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Thinkific · Notion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57216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57216" y="2011680"/>
            <a:ext cx="50800" cy="2633472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58384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8384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Custom GPTs
&amp; AI agents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Narrow-purpose bots for small businesses — support, lead-qualify, knowledge bases.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58384" y="4096511"/>
            <a:ext cx="932688" cy="266700"/>
          </a:xfrm>
          <a:prstGeom prst="rect">
            <a:avLst/>
          </a:prstGeom>
          <a:solidFill>
            <a:srgbClr val="281000"/>
          </a:solidFill>
          <a:ln w="12700">
            <a:solidFill>
              <a:srgbClr val="80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849"/>
                </a:solidFill>
                <a:latin typeface="Courier New"/>
              </a:rPr>
              <a:t>Advanced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45936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$75–$200/hr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58384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58384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OpenAI · Voiceflow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43800" y="2011680"/>
            <a:ext cx="50800" cy="2633472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44968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968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Business workflow
automation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44968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Wire AI into operations. Email triage, meeting notes, lead routing. 4-figure retainers.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44968" y="4096511"/>
            <a:ext cx="932688" cy="266700"/>
          </a:xfrm>
          <a:prstGeom prst="rect">
            <a:avLst/>
          </a:prstGeom>
          <a:solidFill>
            <a:srgbClr val="281000"/>
          </a:solidFill>
          <a:ln w="12700">
            <a:solidFill>
              <a:srgbClr val="80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63256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849"/>
                </a:solidFill>
                <a:latin typeface="Courier New"/>
              </a:rPr>
              <a:t>Advanced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32520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50808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$75–$200/hr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44968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44968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Make · n8n · Zapier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30384" y="2011680"/>
            <a:ext cx="2322576" cy="2633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30384" y="2011680"/>
            <a:ext cx="50800" cy="2633472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31552" y="213868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341880"/>
            <a:ext cx="20482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Georgia"/>
              </a:rPr>
              <a:t>AI consulting
&amp; training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1552" y="3180080"/>
            <a:ext cx="2048256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Help orgs find where AI creates real ROI. Run workshops. Audit workflows. Highest hourly rate.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31552" y="4096511"/>
            <a:ext cx="932688" cy="266700"/>
          </a:xfrm>
          <a:prstGeom prst="rect">
            <a:avLst/>
          </a:prstGeom>
          <a:solidFill>
            <a:srgbClr val="281000"/>
          </a:solidFill>
          <a:ln w="12700">
            <a:solidFill>
              <a:srgbClr val="80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49840" y="4105656"/>
            <a:ext cx="9144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849"/>
                </a:solidFill>
                <a:latin typeface="Courier New"/>
              </a:rPr>
              <a:t>Advanced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119104" y="4096511"/>
            <a:ext cx="1005840" cy="2667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37392" y="4105656"/>
            <a:ext cx="987552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$100–$300/hr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31552" y="4361688"/>
            <a:ext cx="2048256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31552" y="44165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Your expertise + Loom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" y="4800600"/>
            <a:ext cx="11338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A89E"/>
                </a:solidFill>
                <a:latin typeface="Calibri"/>
              </a:rPr>
              <a:t>Start with 001–003. Run one method for 60 days before switching. Consistency beats cleverness.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FF3D"/>
                </a:solidFill>
                <a:latin typeface="Courier New"/>
              </a:rPr>
              <a:t>03 / Toolkit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66928"/>
            <a:ext cx="173736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64592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>
                <a:solidFill>
                  <a:srgbClr val="FFFFFF"/>
                </a:solidFill>
                <a:latin typeface="Georgia"/>
              </a:rPr>
              <a:t>The working stack, </a:t>
            </a:r>
            <a:r>
              <a:rPr sz="3800" i="1">
                <a:solidFill>
                  <a:srgbClr val="A8A89E"/>
                </a:solidFill>
                <a:latin typeface="Georgia"/>
              </a:rPr>
              <a:t>nothing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43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A89E"/>
                </a:solidFill>
                <a:latin typeface="Calibri"/>
              </a:rPr>
              <a:t>Mastery over a small set beats shallow familiarity with twenty. Start with the first four.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11338560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029968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5696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Language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47468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42768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Daily driver for writing, research, ideation.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29968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15696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Language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347468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842768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Long documents, multimodal input, analysis.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029968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15696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Image 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47468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Midjourney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842768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High-end visuals, brand &amp; product 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7424" y="2029968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215696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Image 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347468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DALL·E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2842768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Quick illustrations, mockups, social content.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163823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90823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81323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ElevenLabs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76623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Realistic narration in any language.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163823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6432" y="3290823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3481323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Pictory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3976623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Turn articles into short-form video.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163823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3290823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3481323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Canva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3976623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Templates, social posts, branding.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07424" y="3163823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2016" y="3290823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Workspace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3481323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Notion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016" y="3976623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Second brain — research, drafts, plans.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4297678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42467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Automation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615178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Make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110478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Visual workflows linking AI to your apps.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4297678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56432" y="442467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Storefront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56432" y="4615178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Gumroad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6432" y="5110478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Sell digital products in under an hour.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9632" y="4297678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64224" y="442467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Marketplace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615178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Etsy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5110478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Printables and AI art with built-in traffic.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07424" y="4297678"/>
            <a:ext cx="2798064" cy="1042415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72016" y="442467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Freelance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2016" y="4615178"/>
            <a:ext cx="246888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Upwork / Fiverr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2016" y="5110478"/>
            <a:ext cx="2468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First five clients without an audience.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FF3D"/>
                </a:solidFill>
                <a:latin typeface="Courier New"/>
              </a:rPr>
              <a:t>04 /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66928"/>
            <a:ext cx="173736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64592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>
                <a:solidFill>
                  <a:srgbClr val="FFFFFF"/>
                </a:solidFill>
                <a:latin typeface="Georgia"/>
              </a:rPr>
              <a:t>A 60-day field plan, </a:t>
            </a:r>
            <a:r>
              <a:rPr sz="3800" i="1">
                <a:solidFill>
                  <a:srgbClr val="A8A89E"/>
                </a:solidFill>
                <a:latin typeface="Georgia"/>
              </a:rPr>
              <a:t>step by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43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A89E"/>
                </a:solidFill>
                <a:latin typeface="Calibri"/>
              </a:rPr>
              <a:t>Pick ONE method and run this protocol for two months before evaluating.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11338560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737360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>
                <a:solidFill>
                  <a:srgbClr val="C4FF3D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42316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88160"/>
            <a:ext cx="411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Pick a single 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092960"/>
            <a:ext cx="4206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Match your skill to one method. Writing → 001/007. Visual → 002/003. Tech → 008/009.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8160"/>
            <a:ext cx="585216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List your top 3 skills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Pick one method. Close the other tabs.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378456"/>
            <a:ext cx="113385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391156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>
                <a:solidFill>
                  <a:srgbClr val="C4FF3D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076956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441956"/>
            <a:ext cx="411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Master two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746756"/>
            <a:ext cx="4206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Thirty minutes a day for 14 days. Build a personal prompt library as you 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41956"/>
            <a:ext cx="585216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Pick your primary LLM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Save every prompt that worked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032252"/>
            <a:ext cx="113385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044952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>
                <a:solidFill>
                  <a:srgbClr val="C4FF3D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730752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2–3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095752"/>
            <a:ext cx="411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Ship a first deliverable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400552"/>
            <a:ext cx="4206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A prompt pack. A Notion template. Five sample articles. Proof you can deliver.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095752"/>
            <a:ext cx="585216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Define the smallest deliverable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Publish it somewhere public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686048"/>
            <a:ext cx="113385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698748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>
                <a:solidFill>
                  <a:srgbClr val="C4FF3D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384548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3–4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3749548"/>
            <a:ext cx="411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First three clients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054348"/>
            <a:ext cx="4206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Trade price for testimonials. Three clients with written feedback unlocks real pricing.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749548"/>
            <a:ext cx="585216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Send 10 pitches per day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Collect a testimonial after every job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339844"/>
            <a:ext cx="113385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352544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>
                <a:solidFill>
                  <a:srgbClr val="C4FF3D"/>
                </a:solidFill>
                <a:latin typeface="Georg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038344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5–6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4403344"/>
            <a:ext cx="411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Daily outreach + content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4708144"/>
            <a:ext cx="4206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One platform, one post format, daily. Ten outbound conversations a day.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03344"/>
            <a:ext cx="585216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Pick one platform: LinkedIn or 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Ten outbound conversations daily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4993640"/>
            <a:ext cx="113385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5006340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>
                <a:solidFill>
                  <a:srgbClr val="C4FF3D"/>
                </a:solidFill>
                <a:latin typeface="Georgia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6921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6–7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5057140"/>
            <a:ext cx="411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Sell outcomes, not hours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5361940"/>
            <a:ext cx="4206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"10 qualified leads/month" is worth more than "1,000-word article." Reframe every offer.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057140"/>
            <a:ext cx="585216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Rewrite offer as an outcome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Productize at three price points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5647436"/>
            <a:ext cx="113385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5660136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>
                <a:solidFill>
                  <a:srgbClr val="C4FF3D"/>
                </a:solidFill>
                <a:latin typeface="Georgia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345936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7–8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1328" y="5710936"/>
            <a:ext cx="411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Layer in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1328" y="6015736"/>
            <a:ext cx="4206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Calibri"/>
              </a:rPr>
              <a:t>Once delivery is repeatable, wire it. Make, Zapier, prompt chains. Double income, same time.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710936"/>
            <a:ext cx="585216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Map your service as a flowchart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FFFFF"/>
                </a:solidFill>
                <a:latin typeface="Calibri"/>
              </a:rPr>
              <a:t>Automate the three slowest steps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6301232"/>
            <a:ext cx="113385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FF3D"/>
                </a:solidFill>
                <a:latin typeface="Courier New"/>
              </a:rPr>
              <a:t>05 /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66928"/>
            <a:ext cx="173736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64592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>
                <a:solidFill>
                  <a:srgbClr val="FFFFFF"/>
                </a:solidFill>
                <a:latin typeface="Georgia"/>
              </a:rPr>
              <a:t>What no one selling courses </a:t>
            </a:r>
            <a:r>
              <a:rPr sz="3800" i="1">
                <a:solidFill>
                  <a:srgbClr val="A8A89E"/>
                </a:solidFill>
                <a:latin typeface="Georgia"/>
              </a:rPr>
              <a:t>will tell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43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A89E"/>
                </a:solidFill>
                <a:latin typeface="Calibri"/>
              </a:rPr>
              <a:t>Real friction lives in places the influencers skip. Internalize these before spending a dollar.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11338560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848" y="2029968"/>
            <a:ext cx="5545328" cy="2084831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029968"/>
            <a:ext cx="50800" cy="2084831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1848" y="2182368"/>
            <a:ext cx="5342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849"/>
                </a:solidFill>
                <a:latin typeface="Courier New"/>
              </a:rPr>
              <a:t>Caveat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848" y="2385568"/>
            <a:ext cx="5342128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"Easy money" is the red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848" y="2918968"/>
            <a:ext cx="5342128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Calibri"/>
              </a:rPr>
              <a:t>Anyone promising $10K/month passive without effort is selling a course about earning $10K/month passive. Real businesses take 3–6 months of focused work before meaningful revenue.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3856" y="2029968"/>
            <a:ext cx="5545328" cy="2084831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2029968"/>
            <a:ext cx="50800" cy="2084831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0856" y="2182368"/>
            <a:ext cx="5342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849"/>
                </a:solidFill>
                <a:latin typeface="Courier New"/>
              </a:rPr>
              <a:t>Caveat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0856" y="2385568"/>
            <a:ext cx="5342128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Fact-check every AI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0856" y="2918968"/>
            <a:ext cx="5342128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Calibri"/>
              </a:rPr>
              <a:t>Generative models confabulate. Numbers, quotes, and citations must be verified before reaching a client. The fastest way to destroy a reputation is one hallucinated statistic.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848" y="4242815"/>
            <a:ext cx="5545328" cy="2084831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4242815"/>
            <a:ext cx="50800" cy="2084831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848" y="4395215"/>
            <a:ext cx="5342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849"/>
                </a:solidFill>
                <a:latin typeface="Courier New"/>
              </a:rPr>
              <a:t>Caveat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848" y="4598415"/>
            <a:ext cx="5342128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The market is flooded with slop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848" y="5131815"/>
            <a:ext cx="5342128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Calibri"/>
              </a:rPr>
              <a:t>Generic AI output is already a commodity. Winning means narrow niche + deep insight + production quality. Compete on taste and judgment, not throughput.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3856" y="4242815"/>
            <a:ext cx="5545328" cy="2084831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54000" dist="76200" dir="8100000" algn="ctr" rotWithShape="0">
              <a:srgbClr val="000000">
                <a:alpha val="6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4242815"/>
            <a:ext cx="50800" cy="2084831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0856" y="4395215"/>
            <a:ext cx="5342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849"/>
                </a:solidFill>
                <a:latin typeface="Courier New"/>
              </a:rPr>
              <a:t>Caveat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0856" y="4598415"/>
            <a:ext cx="5342128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Read the licensing terms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0856" y="5131815"/>
            <a:ext cx="5342128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Calibri"/>
              </a:rPr>
              <a:t>Commercial-use rights on AI-generated content shift frequently. Verify your right to sell before you list a single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27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46304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>
                <a:solidFill>
                  <a:srgbClr val="FFFFFF"/>
                </a:solidFill>
                <a:latin typeface="Georgia"/>
              </a:rPr>
              <a:t>Start small. Ship daily. </a:t>
            </a:r>
            <a:r>
              <a:rPr sz="5200" i="1">
                <a:solidFill>
                  <a:srgbClr val="C4FF3D"/>
                </a:solidFill>
                <a:latin typeface="Georgia"/>
              </a:rPr>
              <a:t>Compound monthly.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86868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A89E"/>
                </a:solidFill>
                <a:latin typeface="Calibri"/>
              </a:rPr>
              <a:t>This notebook is a living document — built to help think clearly about using AI to create real income. Updated as the landscape shifts.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230368"/>
            <a:ext cx="10789920" cy="1270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40096"/>
            <a:ext cx="2103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01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340096"/>
            <a:ext cx="2103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02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5340096"/>
            <a:ext cx="2103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03 Toolkit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340096"/>
            <a:ext cx="2103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04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5340096"/>
            <a:ext cx="2103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05 Caveats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107899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2"/>
                </a:solidFill>
                <a:latin typeface="Courier New"/>
              </a:rPr>
              <a:t>// AI Income Lab — Personal study site  ·  Built May 2026  ·  v0.2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